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2648" y="1554480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3352648" y="1554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교리설교 ② · 소요리문답으로 보는 하나님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2148840"/>
            <a:ext cx="10673791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하나님은</a:t>
            </a:r>
            <a:endParaRPr lang="en-US" sz="54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누구신가?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775808" y="4434840"/>
            <a:ext cx="64008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4617720"/>
            <a:ext cx="106737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송도청소년1부</a:t>
            </a:r>
            <a:endParaRPr lang="en-US" sz="16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5318608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성 경 말 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999713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2700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모든 일을 그의 뜻의 결정대로 일하시는 이의 계획을 따라</a:t>
            </a:r>
            <a:endParaRPr lang="en-US" sz="27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2700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우리가 예정을 입어 그 안에서 기업이 되었으니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58952" y="5029200"/>
            <a:ext cx="106737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에베소서 1장 11절  ·  개역개정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4907128" y="1417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이 질문의 무게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2286000"/>
            <a:ext cx="10673791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하나님은 누구신가?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463040" y="3657600"/>
            <a:ext cx="92656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추상적으로 보이지만, 가장 실제적인 질문입니다.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“그분은 나에게 어떤 의미이며, 그 의미를 알 때 나는 어떻게 살아야 하는가?”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75808" y="5257800"/>
            <a:ext cx="91440" cy="9144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50128" y="5257800"/>
            <a:ext cx="91440" cy="91440"/>
          </a:xfrm>
          <a:prstGeom prst="ellipse">
            <a:avLst/>
          </a:prstGeom>
          <a:ln w="19050">
            <a:solidFill>
              <a:srgbClr val="00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24448" y="5257800"/>
            <a:ext cx="91440" cy="91440"/>
          </a:xfrm>
          <a:prstGeom prst="ellipse">
            <a:avLst/>
          </a:prstGeom>
          <a:ln w="19050">
            <a:solidFill>
              <a:srgbClr val="0066FF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86868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868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17세기 · 영국 웨스트민스터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1417320"/>
            <a:ext cx="1067379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우리는 왜 교리를 배우는가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58952" y="2514600"/>
            <a:ext cx="331409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788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27288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가치의 중심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4023360"/>
            <a:ext cx="272887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복잡하고 죄로 가득한 세상에서, 하나님의 말씀은 올바른 가치의 중심을 갖고 살게 하는 필수 요소입니다.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8802" y="2514600"/>
            <a:ext cx="331409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1410" y="2788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31410" y="3520440"/>
            <a:ext cx="27288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소요리문답의 탄생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1410" y="4023360"/>
            <a:ext cx="272887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이 난해한 말씀을 체계적으로 설명하기 위해, 17세기 영국 웨스트민스터에 약 120명의 목사가 모였습니다.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8653" y="2514600"/>
            <a:ext cx="331409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1261" y="2788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1261" y="3520440"/>
            <a:ext cx="27288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오늘의 자리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1261" y="4023360"/>
            <a:ext cx="272887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그 가운데 두 번째 문답 — 바로 ‘하나님은 누구신가’에 관한 내용입니다.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1965960"/>
            <a:ext cx="54864" cy="2743200"/>
          </a:xfrm>
          <a:prstGeom prst="rect">
            <a:avLst/>
          </a:prstGeom>
          <a:solidFill>
            <a:srgbClr val="70737C"/>
          </a:solidFill>
          <a:ln/>
        </p:spPr>
      </p:sp>
      <p:sp>
        <p:nvSpPr>
          <p:cNvPr id="3" name="Shape 1"/>
          <p:cNvSpPr/>
          <p:nvPr/>
        </p:nvSpPr>
        <p:spPr>
          <a:xfrm>
            <a:off x="1170432" y="132588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4" name="Text 2"/>
          <p:cNvSpPr/>
          <p:nvPr/>
        </p:nvSpPr>
        <p:spPr>
          <a:xfrm>
            <a:off x="1170432" y="1325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0737C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웨스트민스터 소요리문답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2011680"/>
            <a:ext cx="10262311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하나님은 영이시며 그의 존재하심과 지혜와 권능과 거룩하심과 공의와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선하심과 진실하심이 무한하시고 영원하시며 변함이 없으신 분입니다.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0432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— 웨스트민스터 소요리문답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9144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914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본질적 접근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1463040"/>
            <a:ext cx="106737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하나님은 어떤 속성을 가진 분인가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58952" y="2468880"/>
            <a:ext cx="331409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816352"/>
            <a:ext cx="128016" cy="12801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68880"/>
            <a:ext cx="25825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지혜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8802" y="2468880"/>
            <a:ext cx="331409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13122" y="2816352"/>
            <a:ext cx="128016" cy="12801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0" name="Text 8"/>
          <p:cNvSpPr/>
          <p:nvPr/>
        </p:nvSpPr>
        <p:spPr>
          <a:xfrm>
            <a:off x="5005730" y="2468880"/>
            <a:ext cx="25825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권능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18653" y="2468880"/>
            <a:ext cx="331409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92973" y="2816352"/>
            <a:ext cx="128016" cy="12801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5581" y="2468880"/>
            <a:ext cx="25825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거룩하심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8952" y="3611880"/>
            <a:ext cx="331409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33272" y="3959352"/>
            <a:ext cx="128016" cy="12801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611880"/>
            <a:ext cx="25825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공의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438802" y="3611880"/>
            <a:ext cx="331409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13122" y="3959352"/>
            <a:ext cx="128016" cy="12801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05730" y="3611880"/>
            <a:ext cx="25825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선하심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18653" y="3611880"/>
            <a:ext cx="331409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92973" y="3959352"/>
            <a:ext cx="128016" cy="12801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5581" y="3611880"/>
            <a:ext cx="25825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진실하심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58952" y="4754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7548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무한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76272" y="4754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26" name="Text 24"/>
          <p:cNvSpPr/>
          <p:nvPr/>
        </p:nvSpPr>
        <p:spPr>
          <a:xfrm>
            <a:off x="2176272" y="47548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영원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93592" y="4754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47548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불변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" y="5349240"/>
            <a:ext cx="106737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하나님의 성품은 우리의 예배와 찬양의 본질적 이유입니다. — 다윗이 시편에서 그분의 성품을 노래했듯이.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4173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5318608" y="1417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성 경 말 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331720"/>
            <a:ext cx="99971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3200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하나님이여 주의 인자하심이</a:t>
            </a:r>
            <a:endParaRPr lang="en-US" sz="32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3200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어찌 그리 보배로우신지요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58952" y="4846320"/>
            <a:ext cx="106737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시편 36편 7절  ·  개역개정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914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전환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1463040"/>
            <a:ext cx="106737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하나님을 안다는 것, 두 층위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58952" y="2514600"/>
            <a:ext cx="5108296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24712" y="2834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0737C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" y="3566160"/>
            <a:ext cx="437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본질적 정의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4712" y="4114800"/>
            <a:ext cx="437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“그분은 어떤 분인가” — 속성과 성격을 아는 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2514600"/>
            <a:ext cx="5108296" cy="2651760"/>
          </a:xfrm>
          <a:prstGeom prst="roundRect">
            <a:avLst>
              <a:gd name="adj" fmla="val 4828"/>
            </a:avLst>
          </a:prstGeom>
          <a:solidFill>
            <a:srgbClr val="EAF2FE"/>
          </a:solidFill>
          <a:ln w="12700">
            <a:solidFill>
              <a:srgbClr val="0066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90208" y="2834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EEB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90208" y="3566160"/>
            <a:ext cx="437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EB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관계적 · 실존적 정의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90208" y="4114800"/>
            <a:ext cx="437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4D80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“그분은 나와 무슨 상관인가” — 우리가 진짜 나아가야 할 자리.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" y="5440680"/>
            <a:ext cx="106737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옆에 있던 사람이 내 연인이 되면 바라보는 시각이 달라지듯 — 우리가 원하는 건 두 번째 질문까지 가는 것입니다.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808" y="13716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4632808" y="1371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질문을 다시 정의하다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2194560"/>
            <a:ext cx="10673791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하나님은 나와 무슨 상관이</a:t>
            </a:r>
            <a:endParaRPr lang="en-US" sz="40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있는 분이신가?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463040" y="4114800"/>
            <a:ext cx="92656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속성을 아는 데서 멈추지 않고, 그 속성이 ‘나에게’ 무슨 의미인지로. — 오늘 설교의 핵심 질문.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75808" y="5349240"/>
            <a:ext cx="91440" cy="9144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50128" y="5349240"/>
            <a:ext cx="91440" cy="9144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24448" y="5349240"/>
            <a:ext cx="91440" cy="91440"/>
          </a:xfrm>
          <a:prstGeom prst="ellipse">
            <a:avLst/>
          </a:prstGeom>
          <a:ln w="19050">
            <a:solidFill>
              <a:srgbClr val="0066FF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914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비유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1463040"/>
            <a:ext cx="106737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내 인생이라는 영화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58952" y="2148840"/>
            <a:ext cx="106737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영화 트루먼쇼(1998) — 자신의 삶이 한 연출가가 만든 이야기였음을 깨닫는 사람. 그 자리에 하나님이 계십니다.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3017520"/>
            <a:ext cx="331409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3657600"/>
            <a:ext cx="33140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기획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4389120"/>
            <a:ext cx="27654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이야기의 처음을 두신 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8802" y="3017520"/>
            <a:ext cx="331409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8802" y="3657600"/>
            <a:ext cx="33140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연출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122" y="4389120"/>
            <a:ext cx="27654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장면 하나하나를 이끄시는 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8653" y="3017520"/>
            <a:ext cx="331409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18653" y="3657600"/>
            <a:ext cx="33140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각본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92973" y="4389120"/>
            <a:ext cx="27654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내 삶의 대사를 쓰시는 분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10972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10972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본문 연결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1828800"/>
            <a:ext cx="10673791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하나님은 모든 일을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그의 뜻과 결정대로 일하십니다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58952" y="3840480"/>
            <a:ext cx="106737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내 인생의 모든 일이 그분의 계획 안에 있습니다.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4434840"/>
            <a:ext cx="106737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cf. 에베소서 1:11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914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적용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1463040"/>
            <a:ext cx="106737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그래서, 그 사실이 나에게 무슨 의미인가?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58952" y="2697480"/>
            <a:ext cx="45720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1E2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99008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99008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0737C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하나님의 속성을 안다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4023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그분이 어떤 분이신지 — 지혜·권능·거룩하심·공의·선하심·진실하심.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30952" y="3383280"/>
            <a:ext cx="152979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60743" y="2697480"/>
            <a:ext cx="4572000" cy="2194560"/>
          </a:xfrm>
          <a:prstGeom prst="roundRect">
            <a:avLst>
              <a:gd name="adj" fmla="val 5833"/>
            </a:avLst>
          </a:prstGeom>
          <a:solidFill>
            <a:srgbClr val="EAF2FE"/>
          </a:solidFill>
          <a:ln w="12700">
            <a:solidFill>
              <a:srgbClr val="0066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0A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80783" y="299008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D8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80783" y="29900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변화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80783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EEB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내 생각과 행동이 달라진다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80783" y="4023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4D80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담임선생님의 성격을 알면 내 태도가 달라지듯 — “카톡에 성실히 답하듯” 앎이 행동으로.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" y="5212080"/>
            <a:ext cx="106737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이 적용이, 지금을 사는 우리에게 실제적인 도움을 줍니다.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568" y="13258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AF2FE"/>
          </a:solidFill>
          <a:ln/>
        </p:spPr>
      </p:sp>
      <p:sp>
        <p:nvSpPr>
          <p:cNvPr id="3" name="Text 1"/>
          <p:cNvSpPr/>
          <p:nvPr/>
        </p:nvSpPr>
        <p:spPr>
          <a:xfrm>
            <a:off x="4998568" y="1325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66FF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오늘의 결론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2148840"/>
            <a:ext cx="10673791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하나님은 어떤 분이시고,</a:t>
            </a:r>
            <a:endParaRPr lang="en-US" sz="34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71719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어떤 뜻으로 내 인생을 인도해 가시는가?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4023360"/>
            <a:ext cx="9265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본질적 정의(속성)와 관계적·실존적 정의(나와의 상관)를 하나로.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5C63"/>
                </a:solidFill>
                <a:latin typeface="Wanted Sans" pitchFamily="34" charset="0"/>
                <a:ea typeface="Wanted Sans" pitchFamily="34" charset="-122"/>
                <a:cs typeface="Wanted Sans" pitchFamily="34" charset="-120"/>
              </a:rPr>
              <a:t>이번 한 주, 그 앎을 내 태도와 행동의 변화로.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75808" y="5440680"/>
            <a:ext cx="91440" cy="9144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50128" y="5440680"/>
            <a:ext cx="91440" cy="9144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24448" y="5440680"/>
            <a:ext cx="91440" cy="91440"/>
          </a:xfrm>
          <a:prstGeom prst="ellipse">
            <a:avLst/>
          </a:prstGeom>
          <a:solidFill>
            <a:srgbClr val="0066FF"/>
          </a:solidFill>
          <a:ln w="19050">
            <a:solidFill>
              <a:srgbClr val="0066FF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하나님은 누구신가?</dc:title>
  <dc:subject>PptxGenJS Presentation</dc:subject>
  <dc:creator>visualize</dc:creator>
  <cp:lastModifiedBy>visualize</cp:lastModifiedBy>
  <cp:revision>1</cp:revision>
  <dcterms:created xsi:type="dcterms:W3CDTF">2026-06-04T00:30:15Z</dcterms:created>
  <dcterms:modified xsi:type="dcterms:W3CDTF">2026-06-04T00:30:15Z</dcterms:modified>
</cp:coreProperties>
</file>